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paradox: surplus food and hunger exist a few kilometres apart. The real blocker is time. Cooked food is only safe for a few hours and nobody knows who needs it nearby right now. Verify the UNEP figure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layers top to bottom. A donor sends one message. The orchestrator skill chains six skills and stops early on a REJECT. Matching, routing and impact math live in Python scripts so results are consistent and explainable. Output is a live map, ready-to-send messages and a running impact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prototype runs offline on Python 3 plus a static web page, so the demo cannot fail on Wi-Fi. The last card is the production path: real messaging, a geospatial database and road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safety gate: most food-sharing apps are listing boards, ours refuses unsafe food. The numbers on the right are projections from documented assumptions: 0.4 kg per packet and 2.5 kg CO2e per kg of food waste avoided. Label them as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with dashboard screenshots or a short screen recording. Suggested demo: paste the wedding-hall listing, show the safety verdict, the match and route, the three messages, then the impact counter. End with the rejected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Zero Food Waste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The problem: food spoils in hours, coordination takes days</a:t>
            </a:r>
            <a:endParaRPr lang="en-US" sz="2400" dirty="0"/>
          </a:p>
        </p:txBody>
      </p:sp>
      <p:sp>
        <p:nvSpPr>
          <p:cNvPr id="4" name="Num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 text 1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oint 1"/>
          <p:cNvSpPr txBox="1"/>
          <p:nvPr/>
        </p:nvSpPr>
        <p:spPr>
          <a:xfrm>
            <a:off x="1097280" y="1188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Surplus is routine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Weddings, hotels, hostels, canteens and temple events cook extra and discard leftovers within hours.</a:t>
            </a:r>
            <a:endParaRPr lang="en-US" sz="1500" dirty="0"/>
          </a:p>
        </p:txBody>
      </p:sp>
      <p:sp>
        <p:nvSpPr>
          <p:cNvPr id="7" name="Num 2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 text 2"/>
          <p:cNvSpPr txBox="1"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Point 2"/>
          <p:cNvSpPr txBox="1"/>
          <p:nvPr/>
        </p:nvSpPr>
        <p:spPr>
          <a:xfrm>
            <a:off x="1097280" y="2331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Need is next door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Orphanages, old age homes, shelters and NGO kitchens struggle to arrange daily meals.</a:t>
            </a:r>
            <a:endParaRPr lang="en-US" sz="1500" dirty="0"/>
          </a:p>
        </p:txBody>
      </p:sp>
      <p:sp>
        <p:nvSpPr>
          <p:cNvPr id="10" name="Num 3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 text 3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Point 3"/>
          <p:cNvSpPr txBox="1"/>
          <p:nvPr/>
        </p:nvSpPr>
        <p:spPr>
          <a:xfrm>
            <a:off x="1097280" y="34747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gap is time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Cooked food is safe for only a few hours, and nobody knows who needs it nearby, right now.</a:t>
            </a:r>
            <a:endParaRPr lang="en-US" sz="1500" dirty="0"/>
          </a:p>
        </p:txBody>
      </p:sp>
      <p:sp>
        <p:nvSpPr>
          <p:cNvPr id="13" name="Stat card"/>
          <p:cNvSpPr/>
          <p:nvPr/>
        </p:nvSpPr>
        <p:spPr>
          <a:xfrm>
            <a:off x="5760720" y="1188720"/>
            <a:ext cx="2926080" cy="333756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4" name="Stat number"/>
          <p:cNvSpPr txBox="1"/>
          <p:nvPr/>
        </p:nvSpPr>
        <p:spPr>
          <a:xfrm>
            <a:off x="594360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78M</a:t>
            </a:r>
            <a:endParaRPr lang="en-US" sz="4800" dirty="0"/>
          </a:p>
        </p:txBody>
      </p:sp>
      <p:sp>
        <p:nvSpPr>
          <p:cNvPr id="15" name="Stat label"/>
          <p:cNvSpPr txBox="1"/>
          <p:nvPr/>
        </p:nvSpPr>
        <p:spPr>
          <a:xfrm>
            <a:off x="594360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tonnes of household food waste in India every year</a:t>
            </a:r>
            <a:endParaRPr lang="en-US" sz="1300" dirty="0"/>
          </a:p>
        </p:txBody>
      </p:sp>
      <p:sp>
        <p:nvSpPr>
          <p:cNvPr id="16" name="Stat source"/>
          <p:cNvSpPr txBox="1"/>
          <p:nvPr/>
        </p:nvSpPr>
        <p:spPr>
          <a:xfrm>
            <a:off x="594360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UNEP Food Waste Index 2024</a:t>
            </a:r>
            <a:endParaRPr lang="en-US" sz="900" dirty="0"/>
          </a:p>
        </p:txBody>
      </p:sp>
      <p:sp>
        <p:nvSpPr>
          <p:cNvPr id="17" name="Stat divider"/>
          <p:cNvSpPr/>
          <p:nvPr/>
        </p:nvSpPr>
        <p:spPr>
          <a:xfrm>
            <a:off x="5943600" y="3383280"/>
            <a:ext cx="25603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8" name="Stat takeaway"/>
          <p:cNvSpPr txBox="1"/>
          <p:nvPr/>
        </p:nvSpPr>
        <p:spPr>
          <a:xfrm>
            <a:off x="594360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The gap isn't willingness. It's coordination under a time limit.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Approach: a six-skill pipeline, one message in, one rescue out</a:t>
            </a:r>
            <a:endParaRPr lang="en-US" sz="2400" dirty="0"/>
          </a:p>
        </p:txBody>
      </p:sp>
      <p:sp>
        <p:nvSpPr>
          <p:cNvPr id="4" name="Label INPUT"/>
          <p:cNvSpPr txBox="1"/>
          <p:nvPr/>
        </p:nvSpPr>
        <p:spPr>
          <a:xfrm>
            <a:off x="457200" y="1143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INPUT</a:t>
            </a:r>
            <a:endParaRPr lang="en-US" sz="1000" dirty="0"/>
          </a:p>
        </p:txBody>
      </p:sp>
      <p:sp>
        <p:nvSpPr>
          <p:cNvPr id="5" name="Input card"/>
          <p:cNvSpPr/>
          <p:nvPr/>
        </p:nvSpPr>
        <p:spPr>
          <a:xfrm>
            <a:off x="1783080" y="1143000"/>
            <a:ext cx="690372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6" name="Input text"/>
          <p:cNvSpPr txBox="1"/>
          <p:nvPr/>
        </p:nvSpPr>
        <p:spPr>
          <a:xfrm>
            <a:off x="1920240" y="114300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Donor sends one message: text, voice transcript or photo description</a:t>
            </a:r>
            <a:endParaRPr lang="en-US" sz="1200" dirty="0"/>
          </a:p>
        </p:txBody>
      </p:sp>
      <p:sp>
        <p:nvSpPr>
          <p:cNvPr id="7" name="Label SKILLS PIPELINE"/>
          <p:cNvSpPr txBox="1"/>
          <p:nvPr/>
        </p:nvSpPr>
        <p:spPr>
          <a:xfrm>
            <a:off x="457200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SKILLS PIPELINE</a:t>
            </a:r>
            <a:endParaRPr lang="en-US" sz="1000" dirty="0"/>
          </a:p>
        </p:txBody>
      </p:sp>
      <p:sp>
        <p:nvSpPr>
          <p:cNvPr id="8" name="Step card 1"/>
          <p:cNvSpPr/>
          <p:nvPr/>
        </p:nvSpPr>
        <p:spPr>
          <a:xfrm>
            <a:off x="1783080" y="1874520"/>
            <a:ext cx="10744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9" name="Step text 1"/>
          <p:cNvSpPr txBox="1"/>
          <p:nvPr/>
        </p:nvSpPr>
        <p:spPr>
          <a:xfrm>
            <a:off x="1828800" y="1874520"/>
            <a:ext cx="982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Intake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Text to JSON</a:t>
            </a:r>
            <a:endParaRPr lang="en-US" sz="1200" dirty="0"/>
          </a:p>
        </p:txBody>
      </p:sp>
      <p:sp>
        <p:nvSpPr>
          <p:cNvPr id="10" name="Step card 2"/>
          <p:cNvSpPr/>
          <p:nvPr/>
        </p:nvSpPr>
        <p:spPr>
          <a:xfrm>
            <a:off x="2948940" y="1874520"/>
            <a:ext cx="10744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1" name="Step text 2"/>
          <p:cNvSpPr txBox="1"/>
          <p:nvPr/>
        </p:nvSpPr>
        <p:spPr>
          <a:xfrm>
            <a:off x="2994660" y="1874520"/>
            <a:ext cx="982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Time-window gate</a:t>
            </a:r>
            <a:endParaRPr lang="en-US" sz="1200" dirty="0"/>
          </a:p>
        </p:txBody>
      </p:sp>
      <p:sp>
        <p:nvSpPr>
          <p:cNvPr id="12" name="Step card 3"/>
          <p:cNvSpPr/>
          <p:nvPr/>
        </p:nvSpPr>
        <p:spPr>
          <a:xfrm>
            <a:off x="4114800" y="1874520"/>
            <a:ext cx="10744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3" name="Step text 3"/>
          <p:cNvSpPr txBox="1"/>
          <p:nvPr/>
        </p:nvSpPr>
        <p:spPr>
          <a:xfrm>
            <a:off x="4160520" y="1874520"/>
            <a:ext cx="982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Match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Score recipients</a:t>
            </a:r>
            <a:endParaRPr lang="en-US" sz="1200" dirty="0"/>
          </a:p>
        </p:txBody>
      </p:sp>
      <p:sp>
        <p:nvSpPr>
          <p:cNvPr id="14" name="Step card 4"/>
          <p:cNvSpPr/>
          <p:nvPr/>
        </p:nvSpPr>
        <p:spPr>
          <a:xfrm>
            <a:off x="5280660" y="1874520"/>
            <a:ext cx="10744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5" name="Step text 4"/>
          <p:cNvSpPr txBox="1"/>
          <p:nvPr/>
        </p:nvSpPr>
        <p:spPr>
          <a:xfrm>
            <a:off x="5326380" y="1874520"/>
            <a:ext cx="982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Pickup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Route volunteer</a:t>
            </a:r>
            <a:endParaRPr lang="en-US" sz="1200" dirty="0"/>
          </a:p>
        </p:txBody>
      </p:sp>
      <p:sp>
        <p:nvSpPr>
          <p:cNvPr id="16" name="Step card 5"/>
          <p:cNvSpPr/>
          <p:nvPr/>
        </p:nvSpPr>
        <p:spPr>
          <a:xfrm>
            <a:off x="6446520" y="1874520"/>
            <a:ext cx="10744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7" name="Step text 5"/>
          <p:cNvSpPr txBox="1"/>
          <p:nvPr/>
        </p:nvSpPr>
        <p:spPr>
          <a:xfrm>
            <a:off x="6492240" y="1874520"/>
            <a:ext cx="982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Notify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EN / HI / OD</a:t>
            </a:r>
            <a:endParaRPr lang="en-US" sz="1200" dirty="0"/>
          </a:p>
        </p:txBody>
      </p:sp>
      <p:sp>
        <p:nvSpPr>
          <p:cNvPr id="18" name="Step card 6"/>
          <p:cNvSpPr/>
          <p:nvPr/>
        </p:nvSpPr>
        <p:spPr>
          <a:xfrm>
            <a:off x="7612380" y="1874520"/>
            <a:ext cx="10744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9" name="Step text 6"/>
          <p:cNvSpPr txBox="1"/>
          <p:nvPr/>
        </p:nvSpPr>
        <p:spPr>
          <a:xfrm>
            <a:off x="7658100" y="1874520"/>
            <a:ext cx="982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 Impact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Meals, kg, CO2e</a:t>
            </a:r>
            <a:endParaRPr lang="en-US" sz="1200" dirty="0"/>
          </a:p>
        </p:txBody>
      </p:sp>
      <p:sp>
        <p:nvSpPr>
          <p:cNvPr id="20" name="Orchestrator note"/>
          <p:cNvSpPr txBox="1"/>
          <p:nvPr/>
        </p:nvSpPr>
        <p:spPr>
          <a:xfrm>
            <a:off x="1783080" y="28346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Master orchestrator skill chains the steps and stops early on REJECT</a:t>
            </a:r>
            <a:endParaRPr lang="en-US" sz="1000" dirty="0"/>
          </a:p>
        </p:txBody>
      </p:sp>
      <p:sp>
        <p:nvSpPr>
          <p:cNvPr id="21" name="Label DATA"/>
          <p:cNvSpPr txBox="1"/>
          <p:nvPr/>
        </p:nvSpPr>
        <p:spPr>
          <a:xfrm>
            <a:off x="457200" y="3200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DATA</a:t>
            </a:r>
            <a:endParaRPr lang="en-US" sz="1000" dirty="0"/>
          </a:p>
        </p:txBody>
      </p:sp>
      <p:sp>
        <p:nvSpPr>
          <p:cNvPr id="22" name="Data card 1"/>
          <p:cNvSpPr/>
          <p:nvPr/>
        </p:nvSpPr>
        <p:spPr>
          <a:xfrm>
            <a:off x="1783080" y="3200400"/>
            <a:ext cx="165735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3" name="Data text 1"/>
          <p:cNvSpPr txBox="1"/>
          <p:nvPr/>
        </p:nvSpPr>
        <p:spPr>
          <a:xfrm>
            <a:off x="1783080" y="3200400"/>
            <a:ext cx="1657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recipients.csv</a:t>
            </a:r>
            <a:endParaRPr lang="en-US" sz="1100" dirty="0"/>
          </a:p>
        </p:txBody>
      </p:sp>
      <p:sp>
        <p:nvSpPr>
          <p:cNvPr id="24" name="Data card 2"/>
          <p:cNvSpPr/>
          <p:nvPr/>
        </p:nvSpPr>
        <p:spPr>
          <a:xfrm>
            <a:off x="3531870" y="3200400"/>
            <a:ext cx="165735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5" name="Data text 2"/>
          <p:cNvSpPr txBox="1"/>
          <p:nvPr/>
        </p:nvSpPr>
        <p:spPr>
          <a:xfrm>
            <a:off x="3531870" y="3200400"/>
            <a:ext cx="1657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volunteers.csv</a:t>
            </a:r>
            <a:endParaRPr lang="en-US" sz="1100" dirty="0"/>
          </a:p>
        </p:txBody>
      </p:sp>
      <p:sp>
        <p:nvSpPr>
          <p:cNvPr id="26" name="Data card 3"/>
          <p:cNvSpPr/>
          <p:nvPr/>
        </p:nvSpPr>
        <p:spPr>
          <a:xfrm>
            <a:off x="5280660" y="3200400"/>
            <a:ext cx="165735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7" name="Data text 3"/>
          <p:cNvSpPr txBox="1"/>
          <p:nvPr/>
        </p:nvSpPr>
        <p:spPr>
          <a:xfrm>
            <a:off x="5280660" y="3200400"/>
            <a:ext cx="1657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safety_rules.md</a:t>
            </a:r>
            <a:endParaRPr lang="en-US" sz="1100" dirty="0"/>
          </a:p>
        </p:txBody>
      </p:sp>
      <p:sp>
        <p:nvSpPr>
          <p:cNvPr id="28" name="Data card 4"/>
          <p:cNvSpPr/>
          <p:nvPr/>
        </p:nvSpPr>
        <p:spPr>
          <a:xfrm>
            <a:off x="7029450" y="3200400"/>
            <a:ext cx="165735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9" name="Data text 4"/>
          <p:cNvSpPr txBox="1"/>
          <p:nvPr/>
        </p:nvSpPr>
        <p:spPr>
          <a:xfrm>
            <a:off x="7029450" y="3200400"/>
            <a:ext cx="1657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ledger.csv</a:t>
            </a:r>
            <a:endParaRPr lang="en-US" sz="1100" dirty="0"/>
          </a:p>
        </p:txBody>
      </p:sp>
      <p:sp>
        <p:nvSpPr>
          <p:cNvPr id="30" name="Label OUTPUT"/>
          <p:cNvSpPr txBox="1"/>
          <p:nvPr/>
        </p:nvSpPr>
        <p:spPr>
          <a:xfrm>
            <a:off x="457200" y="39319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</p:txBody>
      </p:sp>
      <p:sp>
        <p:nvSpPr>
          <p:cNvPr id="31" name="Output card 1"/>
          <p:cNvSpPr/>
          <p:nvPr/>
        </p:nvSpPr>
        <p:spPr>
          <a:xfrm>
            <a:off x="1783080" y="3931920"/>
            <a:ext cx="22402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32" name="Output text 1"/>
          <p:cNvSpPr txBox="1"/>
          <p:nvPr/>
        </p:nvSpPr>
        <p:spPr>
          <a:xfrm>
            <a:off x="1783080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Live map dashboard</a:t>
            </a:r>
            <a:endParaRPr lang="en-US" sz="1100" dirty="0"/>
          </a:p>
        </p:txBody>
      </p:sp>
      <p:sp>
        <p:nvSpPr>
          <p:cNvPr id="33" name="Output card 2"/>
          <p:cNvSpPr/>
          <p:nvPr/>
        </p:nvSpPr>
        <p:spPr>
          <a:xfrm>
            <a:off x="4114800" y="3931920"/>
            <a:ext cx="22402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34" name="Output text 2"/>
          <p:cNvSpPr txBox="1"/>
          <p:nvPr/>
        </p:nvSpPr>
        <p:spPr>
          <a:xfrm>
            <a:off x="4114800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WhatsApp-ready messages</a:t>
            </a:r>
            <a:endParaRPr lang="en-US" sz="1100" dirty="0"/>
          </a:p>
        </p:txBody>
      </p:sp>
      <p:sp>
        <p:nvSpPr>
          <p:cNvPr id="35" name="Output card 3"/>
          <p:cNvSpPr/>
          <p:nvPr/>
        </p:nvSpPr>
        <p:spPr>
          <a:xfrm>
            <a:off x="6446520" y="3931920"/>
            <a:ext cx="22402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36" name="Output text 3"/>
          <p:cNvSpPr txBox="1"/>
          <p:nvPr/>
        </p:nvSpPr>
        <p:spPr>
          <a:xfrm>
            <a:off x="6446520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Impact ledger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Tech stack: simple to demo, ready to scale</a:t>
            </a:r>
            <a:endParaRPr lang="en-US" sz="2400" dirty="0"/>
          </a:p>
        </p:txBody>
      </p:sp>
      <p:sp>
        <p:nvSpPr>
          <p:cNvPr id="4" name="Stack card 1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5" name="Stack bar 1"/>
          <p:cNvSpPr/>
          <p:nvPr/>
        </p:nvSpPr>
        <p:spPr>
          <a:xfrm>
            <a:off x="475488" y="1207008"/>
            <a:ext cx="2615184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ack title 1"/>
          <p:cNvSpPr txBox="1"/>
          <p:nvPr/>
        </p:nvSpPr>
        <p:spPr>
          <a:xfrm>
            <a:off x="6400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AI orchestration</a:t>
            </a:r>
            <a:endParaRPr lang="en-US" sz="1400" dirty="0"/>
          </a:p>
        </p:txBody>
      </p:sp>
      <p:sp>
        <p:nvSpPr>
          <p:cNvPr id="7" name="Stack items 1"/>
          <p:cNvSpPr txBox="1"/>
          <p:nvPr/>
        </p:nvSpPr>
        <p:spPr>
          <a:xfrm>
            <a:off x="64008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Antigravity workflow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Skills: SKILL.md + scripts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LLM parses messy listings</a:t>
            </a:r>
            <a:endParaRPr lang="en-US" sz="1150" dirty="0"/>
          </a:p>
        </p:txBody>
      </p:sp>
      <p:sp>
        <p:nvSpPr>
          <p:cNvPr id="8" name="Stack card 2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9" name="Stack bar 2"/>
          <p:cNvSpPr/>
          <p:nvPr/>
        </p:nvSpPr>
        <p:spPr>
          <a:xfrm>
            <a:off x="3264408" y="1207008"/>
            <a:ext cx="2615184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tack title 2"/>
          <p:cNvSpPr txBox="1"/>
          <p:nvPr/>
        </p:nvSpPr>
        <p:spPr>
          <a:xfrm>
            <a:off x="342900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Core logic</a:t>
            </a:r>
            <a:endParaRPr lang="en-US" sz="1400" dirty="0"/>
          </a:p>
        </p:txBody>
      </p:sp>
      <p:sp>
        <p:nvSpPr>
          <p:cNvPr id="11" name="Stack items 2"/>
          <p:cNvSpPr txBox="1"/>
          <p:nvPr/>
        </p:nvSpPr>
        <p:spPr>
          <a:xfrm>
            <a:off x="34290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Python 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Haversine distance scoring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Nearest-neighbour routing</a:t>
            </a:r>
            <a:endParaRPr lang="en-US" sz="1150" dirty="0"/>
          </a:p>
        </p:txBody>
      </p:sp>
      <p:sp>
        <p:nvSpPr>
          <p:cNvPr id="12" name="Stack card 3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3" name="Stack bar 3"/>
          <p:cNvSpPr/>
          <p:nvPr/>
        </p:nvSpPr>
        <p:spPr>
          <a:xfrm>
            <a:off x="6053328" y="1207008"/>
            <a:ext cx="2615184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tack title 3"/>
          <p:cNvSpPr txBox="1"/>
          <p:nvPr/>
        </p:nvSpPr>
        <p:spPr>
          <a:xfrm>
            <a:off x="621792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</a:t>
            </a:r>
            <a:endParaRPr lang="en-US" sz="1400" dirty="0"/>
          </a:p>
        </p:txBody>
      </p:sp>
      <p:sp>
        <p:nvSpPr>
          <p:cNvPr id="15" name="Stack items 3"/>
          <p:cNvSpPr txBox="1"/>
          <p:nvPr/>
        </p:nvSpPr>
        <p:spPr>
          <a:xfrm>
            <a:off x="621792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CSV mock data (Bhubaneswar)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JSON passed between skills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Running ledger.csv</a:t>
            </a:r>
            <a:endParaRPr lang="en-US" sz="1150" dirty="0"/>
          </a:p>
        </p:txBody>
      </p:sp>
      <p:sp>
        <p:nvSpPr>
          <p:cNvPr id="16" name="Stack card 4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7" name="Stack bar 4"/>
          <p:cNvSpPr/>
          <p:nvPr/>
        </p:nvSpPr>
        <p:spPr>
          <a:xfrm>
            <a:off x="475488" y="2944368"/>
            <a:ext cx="2615184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tack title 4"/>
          <p:cNvSpPr txBox="1"/>
          <p:nvPr/>
        </p:nvSpPr>
        <p:spPr>
          <a:xfrm>
            <a:off x="64008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Frontend</a:t>
            </a:r>
            <a:endParaRPr lang="en-US" sz="1400" dirty="0"/>
          </a:p>
        </p:txBody>
      </p:sp>
      <p:sp>
        <p:nvSpPr>
          <p:cNvPr id="19" name="Stack items 4"/>
          <p:cNvSpPr txBox="1"/>
          <p:nvPr/>
        </p:nvSpPr>
        <p:spPr>
          <a:xfrm>
            <a:off x="64008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HTML + JavaScript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Leaflet + OpenStreetMap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Live feed, impact counters</a:t>
            </a:r>
            <a:endParaRPr lang="en-US" sz="1150" dirty="0"/>
          </a:p>
        </p:txBody>
      </p:sp>
      <p:sp>
        <p:nvSpPr>
          <p:cNvPr id="20" name="Stack card 5"/>
          <p:cNvSpPr/>
          <p:nvPr/>
        </p:nvSpPr>
        <p:spPr>
          <a:xfrm>
            <a:off x="324612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1" name="Stack bar 5"/>
          <p:cNvSpPr/>
          <p:nvPr/>
        </p:nvSpPr>
        <p:spPr>
          <a:xfrm>
            <a:off x="3264408" y="2944368"/>
            <a:ext cx="2615184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tack title 5"/>
          <p:cNvSpPr txBox="1"/>
          <p:nvPr/>
        </p:nvSpPr>
        <p:spPr>
          <a:xfrm>
            <a:off x="342900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23" name="Stack items 5"/>
          <p:cNvSpPr txBox="1"/>
          <p:nvPr/>
        </p:nvSpPr>
        <p:spPr>
          <a:xfrm>
            <a:off x="342900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WhatsApp / SMS templates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English, Hindi, Odia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Copy-ready, no API needed</a:t>
            </a:r>
            <a:endParaRPr lang="en-US" sz="1150" dirty="0"/>
          </a:p>
        </p:txBody>
      </p:sp>
      <p:sp>
        <p:nvSpPr>
          <p:cNvPr id="24" name="Stack card 6"/>
          <p:cNvSpPr/>
          <p:nvPr/>
        </p:nvSpPr>
        <p:spPr>
          <a:xfrm>
            <a:off x="603504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5" name="Stack bar 6"/>
          <p:cNvSpPr/>
          <p:nvPr/>
        </p:nvSpPr>
        <p:spPr>
          <a:xfrm>
            <a:off x="6053328" y="2944368"/>
            <a:ext cx="2615184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Stack title 6"/>
          <p:cNvSpPr txBox="1"/>
          <p:nvPr/>
        </p:nvSpPr>
        <p:spPr>
          <a:xfrm>
            <a:off x="6217920" y="3127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Production path</a:t>
            </a:r>
            <a:endParaRPr lang="en-US" sz="1400" dirty="0"/>
          </a:p>
        </p:txBody>
      </p:sp>
      <p:sp>
        <p:nvSpPr>
          <p:cNvPr id="27" name="Stack items 6"/>
          <p:cNvSpPr txBox="1"/>
          <p:nvPr/>
        </p:nvSpPr>
        <p:spPr>
          <a:xfrm>
            <a:off x="621792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WhatsApp Business API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PostgreSQL + PostGIS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Road routing (OSRM)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Why us: unique edge and real-world scale</a:t>
            </a:r>
            <a:endParaRPr lang="en-US" sz="2400" dirty="0"/>
          </a:p>
        </p:txBody>
      </p:sp>
      <p:sp>
        <p:nvSpPr>
          <p:cNvPr id="4" name="Edge heading"/>
          <p:cNvSpPr txBox="1"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edge</a:t>
            </a:r>
            <a:endParaRPr lang="en-US" sz="1600" dirty="0"/>
          </a:p>
        </p:txBody>
      </p:sp>
      <p:sp>
        <p:nvSpPr>
          <p:cNvPr id="5" name="Edge marker 1"/>
          <p:cNvSpPr/>
          <p:nvPr/>
        </p:nvSpPr>
        <p:spPr>
          <a:xfrm>
            <a:off x="457200" y="1645920"/>
            <a:ext cx="64008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Edge item 1"/>
          <p:cNvSpPr txBox="1"/>
          <p:nvPr/>
        </p:nvSpPr>
        <p:spPr>
          <a:xfrm>
            <a:off x="685800" y="160020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Safety-first gate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Rejects food outside the safe time window.</a:t>
            </a:r>
            <a:endParaRPr lang="en-US" sz="1400" dirty="0"/>
          </a:p>
        </p:txBody>
      </p:sp>
      <p:sp>
        <p:nvSpPr>
          <p:cNvPr id="7" name="Edge marker 2"/>
          <p:cNvSpPr/>
          <p:nvPr/>
        </p:nvSpPr>
        <p:spPr>
          <a:xfrm>
            <a:off x="457200" y="2377440"/>
            <a:ext cx="64008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Edge item 2"/>
          <p:cNvSpPr txBox="1"/>
          <p:nvPr/>
        </p:nvSpPr>
        <p:spPr>
          <a:xfrm>
            <a:off x="685800" y="2331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Zero-friction donors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chat message, no app to learn.</a:t>
            </a:r>
            <a:endParaRPr lang="en-US" sz="1400" dirty="0"/>
          </a:p>
        </p:txBody>
      </p:sp>
      <p:sp>
        <p:nvSpPr>
          <p:cNvPr id="9" name="Edge marker 3"/>
          <p:cNvSpPr/>
          <p:nvPr/>
        </p:nvSpPr>
        <p:spPr>
          <a:xfrm>
            <a:off x="457200" y="3108960"/>
            <a:ext cx="64008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Edge item 3"/>
          <p:cNvSpPr txBox="1"/>
          <p:nvPr/>
        </p:nvSpPr>
        <p:spPr>
          <a:xfrm>
            <a:off x="685800" y="306324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Explainable matching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Transparent score: distance, capacity, diet, time, need.</a:t>
            </a:r>
            <a:endParaRPr lang="en-US" sz="1400" dirty="0"/>
          </a:p>
        </p:txBody>
      </p:sp>
      <p:sp>
        <p:nvSpPr>
          <p:cNvPr id="11" name="Edge marker 4"/>
          <p:cNvSpPr/>
          <p:nvPr/>
        </p:nvSpPr>
        <p:spPr>
          <a:xfrm>
            <a:off x="457200" y="3840480"/>
            <a:ext cx="64008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Edge item 4"/>
          <p:cNvSpPr txBox="1"/>
          <p:nvPr/>
        </p:nvSpPr>
        <p:spPr>
          <a:xfrm>
            <a:off x="685800" y="379476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Local languages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Messages in English, Hindi and Odia.</a:t>
            </a:r>
            <a:endParaRPr lang="en-US" sz="1400" dirty="0"/>
          </a:p>
        </p:txBody>
      </p:sp>
      <p:sp>
        <p:nvSpPr>
          <p:cNvPr id="13" name="Impact card"/>
          <p:cNvSpPr/>
          <p:nvPr/>
        </p:nvSpPr>
        <p:spPr>
          <a:xfrm>
            <a:off x="4846320" y="1143000"/>
            <a:ext cx="384048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4" name="Impact heading"/>
          <p:cNvSpPr txBox="1"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PROJECTED MONTHLY IMPACT</a:t>
            </a:r>
            <a:endParaRPr lang="en-US" sz="1000" dirty="0"/>
          </a:p>
        </p:txBody>
      </p:sp>
      <p:sp>
        <p:nvSpPr>
          <p:cNvPr id="15" name="Impact input"/>
          <p:cNvSpPr txBox="1"/>
          <p:nvPr/>
        </p:nvSpPr>
        <p:spPr>
          <a:xfrm>
            <a:off x="502920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100 listings x 40 packets</a:t>
            </a:r>
            <a:endParaRPr lang="en-US" sz="1200" dirty="0"/>
          </a:p>
        </p:txBody>
      </p:sp>
      <p:sp>
        <p:nvSpPr>
          <p:cNvPr id="16" name="Impact numbers"/>
          <p:cNvSpPr txBox="1"/>
          <p:nvPr/>
        </p:nvSpPr>
        <p:spPr>
          <a:xfrm>
            <a:off x="5029200" y="1874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4,000 meals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1,600 kg food saved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4,000 kg CO2e avoided</a:t>
            </a:r>
            <a:endParaRPr lang="en-US" sz="1600" dirty="0"/>
          </a:p>
        </p:txBody>
      </p:sp>
      <p:sp>
        <p:nvSpPr>
          <p:cNvPr id="17" name="Scale heading"/>
          <p:cNvSpPr txBox="1"/>
          <p:nvPr/>
        </p:nvSpPr>
        <p:spPr>
          <a:xfrm>
            <a:off x="484632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path</a:t>
            </a:r>
            <a:endParaRPr lang="en-US" sz="1600" dirty="0"/>
          </a:p>
        </p:txBody>
      </p:sp>
      <p:sp>
        <p:nvSpPr>
          <p:cNvPr id="18" name="Scale card 1"/>
          <p:cNvSpPr/>
          <p:nvPr/>
        </p:nvSpPr>
        <p:spPr>
          <a:xfrm>
            <a:off x="4846320" y="3429000"/>
            <a:ext cx="3840480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19" name="Scale text 1"/>
          <p:cNvSpPr txBox="1"/>
          <p:nvPr/>
        </p:nvSpPr>
        <p:spPr>
          <a:xfrm>
            <a:off x="4983480" y="34290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  Pilot: Bhubaneswar</a:t>
            </a:r>
            <a:endParaRPr lang="en-US" sz="1200" dirty="0"/>
          </a:p>
        </p:txBody>
      </p:sp>
      <p:sp>
        <p:nvSpPr>
          <p:cNvPr id="20" name="Scale card 2"/>
          <p:cNvSpPr/>
          <p:nvPr/>
        </p:nvSpPr>
        <p:spPr>
          <a:xfrm>
            <a:off x="4846320" y="3813048"/>
            <a:ext cx="3840480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1" name="Scale text 2"/>
          <p:cNvSpPr txBox="1"/>
          <p:nvPr/>
        </p:nvSpPr>
        <p:spPr>
          <a:xfrm>
            <a:off x="4983480" y="38130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  Odisha cities</a:t>
            </a:r>
            <a:endParaRPr lang="en-US" sz="1200" dirty="0"/>
          </a:p>
        </p:txBody>
      </p:sp>
      <p:sp>
        <p:nvSpPr>
          <p:cNvPr id="22" name="Scale card 3"/>
          <p:cNvSpPr/>
          <p:nvPr/>
        </p:nvSpPr>
        <p:spPr>
          <a:xfrm>
            <a:off x="4846320" y="4197096"/>
            <a:ext cx="3840480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9525">
            <a:solidFill>
              <a:srgbClr val="E5E1D5"/>
            </a:solidFill>
            <a:prstDash val="solid"/>
          </a:ln>
        </p:spPr>
      </p:sp>
      <p:sp>
        <p:nvSpPr>
          <p:cNvPr id="23" name="Scale text 3"/>
          <p:cNvSpPr txBox="1"/>
          <p:nvPr/>
        </p:nvSpPr>
        <p:spPr>
          <a:xfrm>
            <a:off x="4983480" y="41970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  India via CSR and municipal partners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Prototype: Zero Food Waste in action</a:t>
            </a:r>
            <a:endParaRPr lang="en-US" sz="2400" dirty="0"/>
          </a:p>
        </p:txBody>
      </p:sp>
      <p:sp>
        <p:nvSpPr>
          <p:cNvPr id="4" name="Prototype placeholder"/>
          <p:cNvSpPr/>
          <p:nvPr/>
        </p:nvSpPr>
        <p:spPr>
          <a:xfrm>
            <a:off x="457200" y="1188720"/>
            <a:ext cx="8229600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5" name="Prototype placeholder text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Add your prototype screenshots or demo video here</a:t>
            </a:r>
            <a:endParaRPr lang="en-US" sz="1800" dirty="0"/>
          </a:p>
        </p:txBody>
      </p:sp>
      <p:sp>
        <p:nvSpPr>
          <p:cNvPr id="6" name="Caption 1"/>
          <p:cNvSpPr txBox="1"/>
          <p:nvPr/>
        </p:nvSpPr>
        <p:spPr>
          <a:xfrm>
            <a:off x="45720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Dashboard map + route</a:t>
            </a:r>
            <a:endParaRPr lang="en-US" sz="1100" dirty="0"/>
          </a:p>
        </p:txBody>
      </p:sp>
      <p:sp>
        <p:nvSpPr>
          <p:cNvPr id="7" name="Caption 2"/>
          <p:cNvSpPr txBox="1"/>
          <p:nvPr/>
        </p:nvSpPr>
        <p:spPr>
          <a:xfrm>
            <a:off x="324612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Pipeline output: safety, match, messages</a:t>
            </a:r>
            <a:endParaRPr lang="en-US" sz="1100" dirty="0"/>
          </a:p>
        </p:txBody>
      </p:sp>
      <p:sp>
        <p:nvSpPr>
          <p:cNvPr id="8" name="Caption 3"/>
          <p:cNvSpPr txBox="1"/>
          <p:nvPr/>
        </p:nvSpPr>
        <p:spPr>
          <a:xfrm>
            <a:off x="603504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Impact counters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ero Food Waste">
  <a:themeElements>
    <a:clrScheme name="Zero Food Waste">
      <a:dk1>
        <a:srgbClr val="1F2937"/>
      </a:dk1>
      <a:lt1>
        <a:srgbClr val="FFFFFF"/>
      </a:lt1>
      <a:dk2>
        <a:srgbClr val="1B4332"/>
      </a:dk2>
      <a:lt2>
        <a:srgbClr val="F6F3EA"/>
      </a:lt2>
      <a:accent1>
        <a:srgbClr val="2D9A5B"/>
      </a:accent1>
      <a:accent2>
        <a:srgbClr val="F4A261"/>
      </a:accent2>
      <a:accent3>
        <a:srgbClr val="40916C"/>
      </a:accent3>
      <a:accent4>
        <a:srgbClr val="D8EFE2"/>
      </a:accent4>
      <a:accent5>
        <a:srgbClr val="E76F51"/>
      </a:accent5>
      <a:accent6>
        <a:srgbClr val="6B7280"/>
      </a:accent6>
      <a:hlink>
        <a:srgbClr val="2D9A5B"/>
      </a:hlink>
      <a:folHlink>
        <a:srgbClr val="6B7280"/>
      </a:folHlink>
    </a:clrScheme>
    <a:fontScheme name="Zero Food Was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Food Waste</dc:title>
  <dc:subject>PptxGenJS Presentation</dc:subject>
  <dc:creator>PptxGenJS</dc:creator>
  <cp:lastModifiedBy>PptxGenJS</cp:lastModifiedBy>
  <cp:revision>1</cp:revision>
  <dcterms:created xsi:type="dcterms:W3CDTF">2026-10-15T06:21:10Z</dcterms:created>
  <dcterms:modified xsi:type="dcterms:W3CDTF">2026-10-15T06:21:10Z</dcterms:modified>
</cp:coreProperties>
</file>